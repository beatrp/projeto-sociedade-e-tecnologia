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8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64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92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13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53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92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233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24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4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41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93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1C098-117A-407B-B74D-E88C4105BCAD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2AB56-5F0C-45FD-ACD6-C14DD2A8E0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48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76260" y="1565686"/>
            <a:ext cx="9144000" cy="2387600"/>
          </a:xfrm>
        </p:spPr>
        <p:txBody>
          <a:bodyPr/>
          <a:lstStyle/>
          <a:p>
            <a:r>
              <a:rPr lang="pt-BR" dirty="0"/>
              <a:t>Título do Projeto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6260" y="4527455"/>
            <a:ext cx="9144000" cy="1655762"/>
          </a:xfrm>
        </p:spPr>
        <p:txBody>
          <a:bodyPr/>
          <a:lstStyle/>
          <a:p>
            <a:r>
              <a:rPr lang="pt-BR" dirty="0"/>
              <a:t>Nomes dos integrantes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INTRODUÇÃO e breve descrição do problema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9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latin typeface="Arial" panose="020B0604020202020204" pitchFamily="34" charset="0"/>
                <a:cs typeface="Times New Roman" panose="02020603050405020304" pitchFamily="18" charset="0"/>
              </a:rPr>
              <a:t>JUSTIFICATIVA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6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8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PÚBLICO-ALVO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PESQUISA BIBLIOGRÁFICA SOBRE O TEMA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MATERIAIS E MÉTODOS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7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SOLUÇÃO (PROTOTIPAGEM)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3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1221532"/>
            <a:ext cx="10515600" cy="13255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pt-BR" sz="2400" b="1" kern="0" cap="all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  <a:endParaRPr lang="pt-BR" sz="2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3007604"/>
            <a:ext cx="10515600" cy="3426247"/>
          </a:xfrm>
        </p:spPr>
        <p:txBody>
          <a:bodyPr/>
          <a:lstStyle/>
          <a:p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0" y="969484"/>
            <a:ext cx="12096520" cy="220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 descr="logotipo-fatec-itapetininga-"/>
          <p:cNvPicPr/>
          <p:nvPr/>
        </p:nvPicPr>
        <p:blipFill rotWithShape="1">
          <a:blip r:embed="rId2" cstate="print"/>
          <a:srcRect r="37908"/>
          <a:stretch/>
        </p:blipFill>
        <p:spPr bwMode="auto">
          <a:xfrm>
            <a:off x="7837434" y="76687"/>
            <a:ext cx="1430655" cy="8191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9268089" y="76687"/>
            <a:ext cx="945780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683" y="76688"/>
            <a:ext cx="2699837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78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2697</TotalTime>
  <Words>29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Título do Projeto</vt:lpstr>
      <vt:lpstr>INTRODUÇÃO e breve descrição do problema</vt:lpstr>
      <vt:lpstr>JUSTIFICATIVA</vt:lpstr>
      <vt:lpstr>OBJETIVOS</vt:lpstr>
      <vt:lpstr>PÚBLICO-ALVO</vt:lpstr>
      <vt:lpstr>PESQUISA BIBLIOGRÁFICA SOBRE O TEMA</vt:lpstr>
      <vt:lpstr>MATERIAIS E MÉTODOS</vt:lpstr>
      <vt:lpstr>A SOLUÇÃO (PROTOTIPAGEM)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Marusca Carolina Nogueira Tietsche</dc:creator>
  <cp:lastModifiedBy>PAULA RODRIGUES GRANATO</cp:lastModifiedBy>
  <cp:revision>5</cp:revision>
  <dcterms:created xsi:type="dcterms:W3CDTF">2019-05-22T12:42:20Z</dcterms:created>
  <dcterms:modified xsi:type="dcterms:W3CDTF">2024-05-02T19:36:56Z</dcterms:modified>
</cp:coreProperties>
</file>